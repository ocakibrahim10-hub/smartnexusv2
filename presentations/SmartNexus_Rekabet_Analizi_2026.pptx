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SmartNexus Rekabet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0E0FF"/>
                </a:solidFill>
              </a:defRPr>
            </a:pPr>
            <a:r>
              <a:t>Türkiye ERP &amp; Bulut Muhasebe Pazarı · Haziran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6464F"/>
                </a:solidFill>
              </a:defRPr>
            </a:pPr>
            <a:r>
              <a:t>SmartERP / SmartNexus Platform</a:t>
            </a:r>
            <a:br/>
            <a:r>
              <a:t>Kapsamlı özellik · fiyat · entegrasyon karşılaştırması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Yönetici Özeti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65176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06BDF"/>
                </a:solidFill>
              </a:defRPr>
            </a:pPr>
            <a:r>
              <a:t>~21 / 35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Türkiye geneli sıra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2344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417320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52 / 100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Ağırlıklı puan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3–5 / 8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Niş segment sırası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23444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4173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~%58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Ürün tamamlanma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SmartNexus: muhasebe + stok + POS + TMS + B2B + pazaryeri + çoklu şube + bayi kanalı tek SaaS çatısında.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Fiyat bandı: ₺499 – ₺2.999 / ay — geleneksel ERP’ye göre %70–90 daha düşük TCO.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Güçlü yönler: modern UX (%88), bayi mimarisi (%75), modüler paketleme, zengin demo verisi.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Kritik açıklar: gerçek GİB e-fatura (%18), pazaryeri mock (%20), genel muhasebe yok, canlı prod eksik.</a:t>
            </a:r>
          </a:p>
          <a:p>
            <a:pPr>
              <a:spcAft>
                <a:spcPts val="600"/>
              </a:spcAft>
              <a:defRPr sz="1300">
                <a:solidFill>
                  <a:srgbClr val="1B1B1F"/>
                </a:solidFill>
              </a:defRPr>
            </a:pPr>
            <a:r>
              <a:t>12 ay hedef: sıra 12–15, puan 68–72, 50–100 ödeme yapan müşteri, ₺75K–150K MRR.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Değerlendirme Metodolojası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10 kriter · 0–100 puan · Türkiye pazarı ağırlıklı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484632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371600"/>
              </a:tblGrid>
              <a:tr h="3474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Kriter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Ağırlık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Muhasebe &amp; finans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WMS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Satış &amp; 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Lojistik (TMS)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 &amp; e-ticaret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E-dönüşüm (GİB)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Çoklu şube / bayi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Fiyat / performans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UX &amp; modernlik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 olgunluğu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Veri kaynakları: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• SmartNexus kod tabanı (schema, API, UI, seed)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• Rakip resmi fiyat listeleri (Logo, Mikro, Paraşüt, KolayBi, Bizim Hesap)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• Sektör inceleme raporları (2025–2026)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Karşılaştırılan rakipler: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Logo Tiger · Nebim V3 · Mikro Jump · Dia · Paraşüt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KolayBi · Bizim Hesap · Logo İşbaşı · Uyumsoft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SmartNexus Ürün Envanteri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8 modül grubu · 25 alt modül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6400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Paket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Aylık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Kapsam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Fatura, cari, kasa, ürün, depo, 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₺1.499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Basic + e-dönüşüm, stok, TMS, B2B, pazaryeri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₺2.999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Pro + AI tahmin, çoklu şube, şube takibi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Bayi Platform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₺2.999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İşletme, komisyon, faturalama, abonelik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234440"/>
          <a:ext cx="40233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Modül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Tamamlanma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Cari &amp; Fatura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Kasa &amp; Banka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%81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Depo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%73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TMS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E-Dönüşüm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Pazaryeri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%20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Türkiye ERP Pazar Haritası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7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Kurumsal ERP  ·  ₺100K – ₺1M+ lisans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Logo Tiger · Nebim V3 · SAP B1 · Dynamics 365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70048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KOBİ Ticari ERP  ·  ₺15K – ₺150K / yıl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Mikro Jump · Logo Netsis · Dia · 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9476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04488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Bulut Ön Muhasebe  ·  ₺300 – ₺1.200 / ay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Paraşüt · KolayBi · Bizim Hesap · İşbaşı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29200"/>
            <a:ext cx="1106424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6BDF"/>
                </a:solidFill>
              </a:defRPr>
            </a:pPr>
            <a:r>
              <a:t>Entegre Modüler SaaS  ·  ₺500 – ₺5.000 / ay</a:t>
            </a:r>
          </a:p>
          <a:p>
            <a:pPr>
              <a:spcBef>
                <a:spcPts val="400"/>
              </a:spcBef>
              <a:defRPr sz="1200">
                <a:solidFill>
                  <a:srgbClr val="46464F"/>
                </a:solidFill>
              </a:defRPr>
            </a:pPr>
            <a:r>
              <a:t>SmartNexus · Dia Bulut · Logo kanal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263640"/>
            <a:ext cx="1106424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Özellik Karşılaştırması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Pazar lideri seviyesine göre yetkinlik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424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64592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Alan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Logo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Mikro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Nebim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Cari &amp; Fatura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Depo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%45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E-Fatura (GİB)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Pazaryeri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Çoklu Şube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Bayi 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UX Modernlik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Ağırlıklı Ort.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%84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Fiyatlandırma Karşılaştırması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KOBİ · 5 kullanıcı · temel modüller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93268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Ürün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Başlangıç / ay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Orta / ay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Üst / ay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₺1.499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₺2.999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Abonelik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~₺752+KDV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~₺940+KDV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Yıllık paket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KolayBi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Abonelik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Bizim Hesap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~₺719+KDV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~₺920+KDV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Yıllık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Logo İşbaşı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Bulut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Mikro Jump*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~₺4.400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Lisans/yıl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Logo Tiger*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~₺29.000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Lisans/yıl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464F"/>
                </a:solidFill>
              </a:defRPr>
            </a:pPr>
            <a:r>
              <a:t>* Yıllık lisansın 12 aya bölünmüş yaklaşık değeri · kurulum/danışmanlık hariç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029200"/>
            <a:ext cx="3474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347472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120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06BDF"/>
                </a:solidFill>
              </a:defRPr>
            </a:pPr>
            <a:r>
              <a:t>%70–90 ucuz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SmartNexus vs Logo Tiger TCO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5029200"/>
            <a:ext cx="3474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52120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~₺180K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5 yıl SmartNexus Platinum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5029200"/>
            <a:ext cx="374903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5212080"/>
            <a:ext cx="347471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₺2M+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5 yıl Logo Tiger TCO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 Yıllık Toplam Sahip Olma Maliyeti (TCO)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698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Kalem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Mikro Jump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Logo Tiger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Yazılım (5 yıl)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₺180.000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₺90K–150K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₺260K+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₺1.75M+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Kurulum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₺0–20K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₺0–5K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₺50K–150K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₺200K–500K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E-kontör / 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Dahil*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₺20K–60K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₺30K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₺80K+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Altyapı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Dahil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Dahil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₺30K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₺50K+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TOPLAM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₺180K–200K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₺110K–215K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₺370K–500K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₺2M+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SmartNexus: entegre paket — stok, POS, TMS, B2B tek abonelikte; geleneksel ERP modül lisansı gerektirmez.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Paraşüt: dar kapsam (ön muhasebe) ama olgun e-fatura ve banka entegrasyonu.</a:t>
            </a:r>
          </a:p>
          <a:p>
            <a:pPr>
              <a:spcAft>
                <a:spcPts val="600"/>
              </a:spcAft>
              <a:defRPr sz="1200">
                <a:solidFill>
                  <a:srgbClr val="1B1B1F"/>
                </a:solidFill>
              </a:defRPr>
            </a:pPr>
            <a:r>
              <a:t>Logo/Mikro: yüksek ilk yatırım + danışmanlık; uzun vadede kurumsal ölçekte tercih edilir.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Entegrasyon &amp; Ekosistem Boşlukları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97840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Entegrasyon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Pazar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GİB E-Fatura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Zorunlu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E-Arşiv / İrsaliye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Yüksek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Pazaryeri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Mock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E-ticaret kritik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Banka API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Bulut standart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Ödeme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 gerekli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Luca / Mali müşavir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TR satış hızlandırıcı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Hugin Yazar Kasa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Kısmi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Perakende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Mobil Uygulama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Saha satış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-%100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Türkiye Geneli Puanlama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SmartNexus kriter bazlı analiz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658368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Kriter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Sektör Ort.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Fark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Muhasebe derinliği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Stok &amp; WMS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Satış &amp; 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TMS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-7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B2B &amp; e-ticaret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E-dönüşüm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-70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Çoklu şube / bayi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Fiyat / performans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+25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UX &amp; modernlik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+20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Pazar olgunluğu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-73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AĞIRLIKLI TOPLAM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80960" y="1234440"/>
          <a:ext cx="3657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Sıra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Ürün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Puan</a:t>
                      </a:r>
                    </a:p>
                  </a:txBody>
                  <a:tcPr anchor="ctr">
                    <a:solidFill>
                      <a:srgbClr val="4852B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Logo Tiger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Nebim V3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Paraşüt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Mikro Jump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Dia Yazılım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BF8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~21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SmartNexus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B1B1F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SWOT Analizi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394960" cy="411480"/>
          </a:xfrm>
          <a:prstGeom prst="rect">
            <a:avLst/>
          </a:prstGeom>
          <a:solidFill>
            <a:srgbClr val="1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075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Güçlü Yönler 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Tek çatıda ERP+WMS+POS+TMS+B2B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Modern SaaS UX (%88)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4 katman bayi mimarisi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Rekabetçi aylık fiyat (₺499+)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Modüler paketleme &amp; zengin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23444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5394960" cy="411480"/>
          </a:xfrm>
          <a:prstGeom prst="rect">
            <a:avLst/>
          </a:prstGeom>
          <a:solidFill>
            <a:srgbClr val="CF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075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Zayıf Yönler (W)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Gerçek GİB e-fatura yok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Genel muhasebe / beyanname yok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Pazaryeri &amp; bayi faturalama mock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Canlı prod &amp; sıfır müşteri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Mobil uygulama yok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5394960" cy="41148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679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Fırsatlar (O)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E-dönüşüm zorunluluğu artıyor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KOBİ buluta geçiş trendi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Bayi SaaS marj modeli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Perakende+lojistik entegrasyon talebi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794760"/>
            <a:ext cx="5394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5394960" cy="411480"/>
          </a:xfrm>
          <a:prstGeom prst="rect">
            <a:avLst/>
          </a:prstGeom>
          <a:solidFill>
            <a:srgbClr val="C08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8679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Tehditler 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976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Paraşüt/Dia fiyat baskısı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Logo/Mikro kanal ağı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GİB mevzuat değişiklikleri</a:t>
            </a:r>
          </a:p>
          <a:p>
            <a:pPr>
              <a:spcAft>
                <a:spcPts val="600"/>
              </a:spcAft>
              <a:defRPr sz="1100">
                <a:solidFill>
                  <a:srgbClr val="1B1B1F"/>
                </a:solidFill>
              </a:defRPr>
            </a:pPr>
            <a:r>
              <a:t>Uyumsoft e-fatura+ERP birleşimi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İlerleme Yol Haritası</a:t>
            </a:r>
          </a:p>
          <a:p>
            <a:pPr>
              <a:spcBef>
                <a:spcPts val="400"/>
              </a:spcBef>
              <a:defRPr sz="1200">
                <a:solidFill>
                  <a:srgbClr val="E0E0FF"/>
                </a:solidFill>
              </a:defRPr>
            </a:pPr>
            <a:r>
              <a:t>Öncelik sırasıyla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1 · 0–3 Ay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Canlıya çıkış blokörleri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GİB e-fatura entegratörü (Uyumsoft/Foriba/Logo)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Production API + DB + Vercel env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Plan limitlerini koda bağla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Rol bazlı yetki (RolesGuard)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5468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2 · 3–6 Ay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Rekabetçi eşitlik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Banka entegrasyonu (5+ banka)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Trendyol + Hepsiburada API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B2B müşteri self-servis portalı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Mobil PWA / React Native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Luca / Excel 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79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3 · 6–12 Ay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Farklılaşma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Gerçek AI talep tahmini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Ödeme gateway (iyzico/PayTR)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Audit trail &amp; KVKK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Tenant API keys (Platinum)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e-İrsaliye + e-Arşiv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23444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234440"/>
            <a:ext cx="2514600" cy="45720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298448"/>
            <a:ext cx="2331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Faz 4 · Sürekli</a:t>
            </a:r>
          </a:p>
          <a:p>
            <a:pPr>
              <a:defRPr sz="900">
                <a:solidFill>
                  <a:srgbClr val="E0E0FF"/>
                </a:solidFill>
              </a:defRPr>
            </a:pPr>
            <a:r>
              <a:t>Pazar &amp; kanal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İlk 10 ödeme yapan pilot müşteri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2–3 bayi ortağı (kanal marjı)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Sektör paketleri (Perakende, Lojistik)</a:t>
            </a:r>
          </a:p>
          <a:p>
            <a:pPr>
              <a:spcAft>
                <a:spcPts val="600"/>
              </a:spcAft>
              <a:defRPr sz="900">
                <a:solidFill>
                  <a:srgbClr val="1B1B1F"/>
                </a:solidFill>
              </a:defRPr>
            </a:pPr>
            <a:r>
              <a:t>Fiyat: Basic agresif + e-kontör geliri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12 Ay Hedef Metrikleri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606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06BDF"/>
                </a:solidFill>
              </a:defRPr>
            </a:pPr>
            <a:r>
              <a:t>Türkiye sırası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331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12–15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Ağırlıklı puan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331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60604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68–72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E-dönüşüm puanı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331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60604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697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80+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Canlı müşteri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43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09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50–100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383280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5661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F"/>
                </a:solidFill>
              </a:defRPr>
            </a:pPr>
            <a:r>
              <a:t>Aylık MRR</a:t>
            </a:r>
          </a:p>
          <a:p>
            <a:pPr>
              <a:spcBef>
                <a:spcPts val="400"/>
              </a:spcBef>
              <a:defRPr sz="1100">
                <a:solidFill>
                  <a:srgbClr val="46464F"/>
                </a:solidFill>
              </a:defRPr>
            </a:pPr>
            <a:r>
              <a:t>Bugün: ₺0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343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06BDF"/>
                </a:solidFill>
              </a:defRPr>
            </a:pPr>
            <a: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617720"/>
            <a:ext cx="3474720" cy="594360"/>
          </a:xfrm>
          <a:prstGeom prst="rect">
            <a:avLst/>
          </a:prstGeom>
          <a:solidFill>
            <a:srgbClr val="E0E0FF"/>
          </a:solidFill>
          <a:ln>
            <a:solidFill>
              <a:srgbClr val="606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709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852BE"/>
                </a:solidFill>
              </a:defRPr>
            </a:pPr>
            <a:r>
              <a:t>Hedef: ₺75K–150K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1B1F"/>
                </a:solidFill>
              </a:defRPr>
            </a:pPr>
            <a:r>
              <a:t>Sonuç: SmartNexus vizyon ve mimari olarak güçlü; ticari olgunluk için GİB entegrasyonu + canlı prod + ilk 10 müşteri kritik öncelik.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6464F"/>
                </a:solidFill>
              </a:defRPr>
            </a:pPr>
            <a:r>
              <a:t>SmartNexus · Gizli · Haziran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06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E0FF"/>
                </a:solidFill>
              </a:defRPr>
            </a:pPr>
            <a:r>
              <a:t>SmartNexus · Türkiye ERP Rekabet Analizi 2026</a:t>
            </a:r>
            <a:br/>
            <a:r>
              <a:t>smartnexus-erp.vercel.app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